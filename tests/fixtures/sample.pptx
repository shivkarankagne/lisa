
<file path=[Content_Types].xml><?xml version="1.0" encoding="utf-8"?>
<Types xmlns="http://schemas.openxmlformats.org/package/2006/content-types"/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7"/>
    <p:sldId id="257" r:id="rId3"/>
  </p:sldIdLst>
</p:presentation>
</file>

<file path=ppt/_rels/presentation.xml.rels><?xml version="1.0"?>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Slides/notes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txBody>
          <a:p>
            <a:r>
              <a:t>Remind reps: discounts above 15% need VP approval.</a:t>
            </a:r>
          </a:p>
        </p:txBody>
      </p:sp>
    </p:spTree>
  </p:cSld>
</p:sld>
</file>

<file path=ppt/slides/_rels/slide2.xml.rels><?xml version="1.0"?><Relationships xmlns="http://schemas.openxmlformats.org/package/2006/relationships"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txBody>
          <a:p>
            <a:r>
              <a:t>Targets</a:t>
            </a:r>
          </a:p>
          <a:p>
            <a:r>
              <a:t>West region quota is 4.2M</a:t>
            </a:r>
          </a:p>
        </p:txBody>
      </p:sp>
      <p:graphicFrame>
        <a:graphic>
          <a:graphicData>
            <a:tbl>
              <a:tr>
                <a:tc>
                  <a:txBody>
                    <a:p>
                      <a:r>
                        <a:t>Item</a:t>
                      </a:r>
                    </a:p>
                  </a:txBody>
                </a:tc>
                <a:tc>
                  <a:txBody>
                    <a:p>
                      <a:r>
                        <a:t>Cost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Laptops</a:t>
                      </a:r>
                    </a:p>
                  </a:txBody>
                </a:tc>
                <a:tc>
                  <a:txBody>
                    <a:p>
                      <a:r>
                        <a:t>$42,000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txBody>
          <a:p>
            <a:r>
              <a:t>Agenda</a:t>
            </a:r>
          </a:p>
          <a:p>
            <a:r>
              <a:t>Pricing &amp; packaging</a:t>
            </a:r>
            <a:r>
              <a:t> for Q3</a:t>
            </a:r>
          </a:p>
          <a:p>
            <a:fld id="{X}" type="slidenum">
              <a:t>99</a:t>
            </a:fld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Q3 Sales Kickoff</dc:title>
</cp:coreProperties>
</file>